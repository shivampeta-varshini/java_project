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embeddedFontLst>
    <p:embeddedFont>
      <p:font typeface="Patrick Hand" panose="00000500000000000000" pitchFamily="2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1903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7">
              <a:alpha val="8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Relationship Id="rId9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Relationship Id="rId9" Type="http://schemas.openxmlformats.org/officeDocument/2006/relationships/image" Target="../media/image2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6E6E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88" y="154186"/>
            <a:ext cx="4366310" cy="6549628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7818" y="154186"/>
            <a:ext cx="1734182" cy="63440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291898" y="2366863"/>
            <a:ext cx="617978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CAPSTONE PROJECT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5291898" y="2712164"/>
            <a:ext cx="6179784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Clinical Appointment and Prescription Allotment System</a:t>
            </a:r>
            <a:endParaRPr lang="en-US" sz="2550" dirty="0"/>
          </a:p>
        </p:txBody>
      </p:sp>
      <p:sp>
        <p:nvSpPr>
          <p:cNvPr id="7" name="Text 3"/>
          <p:cNvSpPr/>
          <p:nvPr/>
        </p:nvSpPr>
        <p:spPr>
          <a:xfrm>
            <a:off x="5291898" y="3825875"/>
            <a:ext cx="6789369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Java-Based Mini Project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291898" y="4386461"/>
            <a:ext cx="6789369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TEAM MEMBERS: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291898" y="4947047"/>
            <a:ext cx="6179784" cy="730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2620040036-P.Slesha Reddy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2620040140-S.Varshini Reddy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291898" y="5908774"/>
            <a:ext cx="6789369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Section-2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6E6E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2597" y="1245791"/>
            <a:ext cx="4366310" cy="43664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0012" y="1773436"/>
            <a:ext cx="6179784" cy="514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720012" y="2572445"/>
            <a:ext cx="6179784" cy="2535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800"/>
              </a:spcAft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The </a:t>
            </a:r>
            <a:r>
              <a:rPr lang="en-US" sz="1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Clinical Appointment and Prescription Allotment System</a:t>
            </a: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is a Java-based project designed to simplify basic clinic management. It helps manage </a:t>
            </a:r>
            <a:r>
              <a:rPr lang="en-US" sz="1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patient details, doctor selection, appointment checking, appointment confirmation, and prescription records</a:t>
            </a: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in a systematic way.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The project converts the traditional manual appointment process into a </a:t>
            </a:r>
            <a:r>
              <a:rPr lang="en-US" sz="16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simple computerized system</a:t>
            </a: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. It demonstrates how Java programming concepts can be used to solve a real-world healthcare management problem.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629444"/>
            <a:ext cx="10751670" cy="482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Project Objectives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012" y="1454150"/>
            <a:ext cx="482191" cy="4822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0012" y="2162373"/>
            <a:ext cx="3433181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Patient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720012" y="2511921"/>
            <a:ext cx="3433181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Store patient information</a:t>
            </a:r>
            <a:endParaRPr lang="en-US" sz="1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79208" y="1454150"/>
            <a:ext cx="482191" cy="48220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79208" y="2162373"/>
            <a:ext cx="3433181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Doctor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4379208" y="2511921"/>
            <a:ext cx="3433181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Select doctors</a:t>
            </a:r>
            <a:endParaRPr lang="en-US" sz="15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38403" y="1454150"/>
            <a:ext cx="482191" cy="48220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38403" y="2162373"/>
            <a:ext cx="3433280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Calendar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8038403" y="2511921"/>
            <a:ext cx="3433280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Check appointment availability</a:t>
            </a:r>
            <a:endParaRPr lang="en-US" sz="1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0012" y="3172520"/>
            <a:ext cx="482191" cy="48220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20012" y="3880743"/>
            <a:ext cx="3433181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Appointment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720012" y="4230291"/>
            <a:ext cx="3433181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Confirm appointments</a:t>
            </a:r>
            <a:endParaRPr lang="en-US" sz="15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79208" y="3172520"/>
            <a:ext cx="482191" cy="48220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379208" y="3880743"/>
            <a:ext cx="3433181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Prescription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4379208" y="4230291"/>
            <a:ext cx="3433181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Maintain prescription details</a:t>
            </a:r>
            <a:endParaRPr lang="en-US" sz="15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38403" y="3172520"/>
            <a:ext cx="482191" cy="48220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038403" y="3880743"/>
            <a:ext cx="3433280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Records</a:t>
            </a:r>
            <a:endParaRPr lang="en-US" sz="1500" dirty="0"/>
          </a:p>
        </p:txBody>
      </p:sp>
      <p:sp>
        <p:nvSpPr>
          <p:cNvPr id="20" name="Text 12"/>
          <p:cNvSpPr/>
          <p:nvPr/>
        </p:nvSpPr>
        <p:spPr>
          <a:xfrm>
            <a:off x="8038403" y="4230291"/>
            <a:ext cx="3433280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Reduce manual record keeping</a:t>
            </a:r>
            <a:endParaRPr lang="en-US" sz="15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0012" y="4890889"/>
            <a:ext cx="482191" cy="482203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20012" y="5599113"/>
            <a:ext cx="3433181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Organization</a:t>
            </a:r>
            <a:endParaRPr lang="en-US" sz="1500" dirty="0"/>
          </a:p>
        </p:txBody>
      </p:sp>
      <p:sp>
        <p:nvSpPr>
          <p:cNvPr id="23" name="Text 14"/>
          <p:cNvSpPr/>
          <p:nvPr/>
        </p:nvSpPr>
        <p:spPr>
          <a:xfrm>
            <a:off x="720012" y="5948660"/>
            <a:ext cx="3433181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Organize clinic management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6E6E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010" y="1244203"/>
            <a:ext cx="4369484" cy="43695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0012" y="624805"/>
            <a:ext cx="6179784" cy="50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Advantages</a:t>
            </a:r>
            <a:endParaRPr lang="en-US" sz="31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0012" y="1410494"/>
            <a:ext cx="405001" cy="40501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20012" y="2064643"/>
            <a:ext cx="2965277" cy="253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Time Saving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720012" y="2437309"/>
            <a:ext cx="2965277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Streamlines processes</a:t>
            </a:r>
            <a:endParaRPr lang="en-US" sz="15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34421" y="1410494"/>
            <a:ext cx="405001" cy="40501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934421" y="2064643"/>
            <a:ext cx="2965376" cy="253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Organization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3934421" y="2437309"/>
            <a:ext cx="2965376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Structured data management</a:t>
            </a:r>
            <a:endParaRPr lang="en-US" sz="15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0012" y="3157438"/>
            <a:ext cx="405001" cy="40501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20012" y="3811588"/>
            <a:ext cx="2965277" cy="253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Accuracy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720012" y="4184253"/>
            <a:ext cx="2965277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Minimizes human errors</a:t>
            </a:r>
            <a:endParaRPr lang="en-US" sz="15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34421" y="3157438"/>
            <a:ext cx="405001" cy="405011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934421" y="3811588"/>
            <a:ext cx="2965376" cy="253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Easy Management</a:t>
            </a:r>
            <a:endParaRPr lang="en-US" sz="1550" dirty="0"/>
          </a:p>
        </p:txBody>
      </p:sp>
      <p:sp>
        <p:nvSpPr>
          <p:cNvPr id="16" name="Text 9"/>
          <p:cNvSpPr/>
          <p:nvPr/>
        </p:nvSpPr>
        <p:spPr>
          <a:xfrm>
            <a:off x="3934421" y="4184253"/>
            <a:ext cx="2965376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Simplified operations</a:t>
            </a:r>
            <a:endParaRPr lang="en-US" sz="15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0012" y="4904383"/>
            <a:ext cx="405001" cy="405011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20012" y="5558532"/>
            <a:ext cx="2965277" cy="2531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Digital Records</a:t>
            </a:r>
            <a:endParaRPr lang="en-US" sz="1550" dirty="0"/>
          </a:p>
        </p:txBody>
      </p:sp>
      <p:sp>
        <p:nvSpPr>
          <p:cNvPr id="19" name="Text 11"/>
          <p:cNvSpPr/>
          <p:nvPr/>
        </p:nvSpPr>
        <p:spPr>
          <a:xfrm>
            <a:off x="720012" y="5931198"/>
            <a:ext cx="2965277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Accessible patient data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609054"/>
            <a:ext cx="10751670" cy="4982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Future Scope – Virtual Healthcare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20012" y="1475184"/>
            <a:ext cx="11361255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Transform into a Complete Virtual Healthcare Platform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012" y="2006302"/>
            <a:ext cx="398552" cy="3985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0012" y="2646164"/>
            <a:ext cx="250689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Online Appointment Booking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20012" y="3011091"/>
            <a:ext cx="2506897" cy="627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Patients can book appointments from anywhere.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68204" y="2006302"/>
            <a:ext cx="398552" cy="3985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68204" y="2646164"/>
            <a:ext cx="250699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Virtual Doctor Consultation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3468204" y="3011091"/>
            <a:ext cx="2506997" cy="627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Patients can consult doctors through video calls.</a:t>
            </a:r>
            <a:endParaRPr lang="en-US" sz="1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16494" y="2006302"/>
            <a:ext cx="398552" cy="39856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16494" y="2646164"/>
            <a:ext cx="250689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Digital Prescriptions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6216494" y="3011091"/>
            <a:ext cx="2506897" cy="627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Doctors can provide prescriptions online.</a:t>
            </a:r>
            <a:endParaRPr lang="en-US" sz="15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64686" y="2006302"/>
            <a:ext cx="398552" cy="39856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64686" y="2646164"/>
            <a:ext cx="250699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Smart Notifications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8964686" y="3011091"/>
            <a:ext cx="2506997" cy="627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Send appointment and medicine reminders.</a:t>
            </a:r>
            <a:endParaRPr lang="en-US" sz="15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0012" y="4025106"/>
            <a:ext cx="398552" cy="39856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20012" y="4664968"/>
            <a:ext cx="250689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Cloud-Based Records</a:t>
            </a:r>
            <a:endParaRPr lang="en-US" sz="1550" dirty="0"/>
          </a:p>
        </p:txBody>
      </p:sp>
      <p:sp>
        <p:nvSpPr>
          <p:cNvPr id="18" name="Text 11"/>
          <p:cNvSpPr/>
          <p:nvPr/>
        </p:nvSpPr>
        <p:spPr>
          <a:xfrm>
            <a:off x="720012" y="5029895"/>
            <a:ext cx="2506897" cy="627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Store patient and appointment records securely online.</a:t>
            </a:r>
            <a:endParaRPr lang="en-US" sz="15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68204" y="4025106"/>
            <a:ext cx="398552" cy="39856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3468204" y="4664968"/>
            <a:ext cx="250699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Mobile Application</a:t>
            </a:r>
            <a:endParaRPr lang="en-US" sz="1550" dirty="0"/>
          </a:p>
        </p:txBody>
      </p:sp>
      <p:sp>
        <p:nvSpPr>
          <p:cNvPr id="21" name="Text 13"/>
          <p:cNvSpPr/>
          <p:nvPr/>
        </p:nvSpPr>
        <p:spPr>
          <a:xfrm>
            <a:off x="3468204" y="5029895"/>
            <a:ext cx="2506997" cy="627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Provide access through Android/iOS apps.</a:t>
            </a:r>
            <a:endParaRPr lang="en-US" sz="155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16494" y="4025106"/>
            <a:ext cx="398552" cy="39856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216494" y="4664968"/>
            <a:ext cx="250689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AI Assistance</a:t>
            </a:r>
            <a:endParaRPr lang="en-US" sz="1550" dirty="0"/>
          </a:p>
        </p:txBody>
      </p:sp>
      <p:sp>
        <p:nvSpPr>
          <p:cNvPr id="24" name="Text 15"/>
          <p:cNvSpPr/>
          <p:nvPr/>
        </p:nvSpPr>
        <p:spPr>
          <a:xfrm>
            <a:off x="6216494" y="5029895"/>
            <a:ext cx="2506897" cy="627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Provide basic appointment and health guidance.</a:t>
            </a:r>
            <a:endParaRPr lang="en-US" sz="1550" dirty="0"/>
          </a:p>
        </p:txBody>
      </p:sp>
      <p:sp>
        <p:nvSpPr>
          <p:cNvPr id="25" name="Text 16"/>
          <p:cNvSpPr/>
          <p:nvPr/>
        </p:nvSpPr>
        <p:spPr>
          <a:xfrm>
            <a:off x="415220" y="5874941"/>
            <a:ext cx="11361255" cy="392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1000"/>
              </a:lnSpc>
              <a:buNone/>
            </a:pPr>
            <a:r>
              <a:rPr lang="en-US" sz="1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      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589062"/>
            <a:ext cx="10751670" cy="482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Technologies and Tools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20012" y="1137841"/>
            <a:ext cx="10751670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Technologies Used: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12" y="1684933"/>
            <a:ext cx="1510568" cy="151060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0012" y="3421559"/>
            <a:ext cx="3433181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VS Code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20012" y="3771106"/>
            <a:ext cx="3433181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Integrated Development Environment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9208" y="1684933"/>
            <a:ext cx="1510568" cy="151060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79208" y="3421559"/>
            <a:ext cx="3433181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Java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379208" y="3771106"/>
            <a:ext cx="3433181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Programming Language</a:t>
            </a:r>
            <a:endParaRPr lang="en-US" sz="1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8403" y="1684933"/>
            <a:ext cx="1510568" cy="151060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38403" y="3421559"/>
            <a:ext cx="3433280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Java JDK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8038403" y="3771106"/>
            <a:ext cx="3433280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Execution Environment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720012" y="4354612"/>
            <a:ext cx="10751670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Methodology:</a:t>
            </a:r>
            <a:endParaRPr lang="en-US" sz="18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012" y="4901704"/>
            <a:ext cx="2150314" cy="7715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12889" y="5854005"/>
            <a:ext cx="1764561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Problem Identification</a:t>
            </a:r>
            <a:endParaRPr lang="en-US" sz="15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0327" y="4901704"/>
            <a:ext cx="2150314" cy="77152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063203" y="5854005"/>
            <a:ext cx="1764561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Planning</a:t>
            </a:r>
            <a:endParaRPr lang="en-US" sz="15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0641" y="4901704"/>
            <a:ext cx="2150314" cy="77152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213517" y="5854005"/>
            <a:ext cx="1764561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Coding</a:t>
            </a:r>
            <a:endParaRPr lang="en-US" sz="15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70955" y="4901704"/>
            <a:ext cx="2150314" cy="771525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363831" y="5854005"/>
            <a:ext cx="1764561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Testing</a:t>
            </a:r>
            <a:endParaRPr lang="en-US" sz="15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21269" y="4901704"/>
            <a:ext cx="2150314" cy="771525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9514146" y="5854005"/>
            <a:ext cx="1764561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Execution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603572"/>
            <a:ext cx="10751670" cy="474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How We Developed the Project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720012" y="1479252"/>
            <a:ext cx="7275132" cy="3647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75920" indent="-375920" algn="l">
              <a:lnSpc>
                <a:spcPct val="128000"/>
              </a:lnSpc>
              <a:buSzPct val="100000"/>
              <a:buChar char="•"/>
            </a:pPr>
            <a:r>
              <a:rPr lang="en-US" sz="185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Problem Identification:</a:t>
            </a: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Identified the need to manage patient appointments and prescriptions.</a:t>
            </a:r>
            <a:endParaRPr lang="en-US" sz="1850" dirty="0"/>
          </a:p>
          <a:p>
            <a:pPr marL="375920" indent="-375920" algn="l">
              <a:lnSpc>
                <a:spcPct val="128000"/>
              </a:lnSpc>
              <a:buSzPct val="100000"/>
              <a:buChar char="•"/>
            </a:pPr>
            <a:r>
              <a:rPr lang="en-US" sz="185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Workflow Planning:</a:t>
            </a: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Designed the flow from patient details to prescription.</a:t>
            </a:r>
            <a:endParaRPr lang="en-US" sz="1850" dirty="0"/>
          </a:p>
          <a:p>
            <a:pPr marL="375920" indent="-375920" algn="l">
              <a:lnSpc>
                <a:spcPct val="128000"/>
              </a:lnSpc>
              <a:buSzPct val="100000"/>
              <a:buChar char="•"/>
            </a:pPr>
            <a:r>
              <a:rPr lang="en-US" sz="185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Java Development:</a:t>
            </a: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Developed the system using Java.</a:t>
            </a:r>
            <a:endParaRPr lang="en-US" sz="1850" dirty="0"/>
          </a:p>
          <a:p>
            <a:pPr marL="375920" indent="-375920" algn="l">
              <a:lnSpc>
                <a:spcPct val="128000"/>
              </a:lnSpc>
              <a:buSzPct val="100000"/>
              <a:buChar char="•"/>
            </a:pPr>
            <a:r>
              <a:rPr lang="en-US" sz="185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User Input:</a:t>
            </a: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Used Scanner to collect patient and appointment details.</a:t>
            </a:r>
            <a:endParaRPr lang="en-US" sz="1850" dirty="0"/>
          </a:p>
          <a:p>
            <a:pPr marL="375920" indent="-375920" algn="l">
              <a:lnSpc>
                <a:spcPct val="128000"/>
              </a:lnSpc>
              <a:buSzPct val="100000"/>
              <a:buChar char="•"/>
            </a:pPr>
            <a:r>
              <a:rPr lang="en-US" sz="185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Decision Making:</a:t>
            </a: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Used if-else and switch statements for choices and appointment conditions.</a:t>
            </a:r>
            <a:endParaRPr lang="en-US" sz="1850" dirty="0"/>
          </a:p>
          <a:p>
            <a:pPr marL="375920" indent="-375920" algn="l">
              <a:lnSpc>
                <a:spcPct val="128000"/>
              </a:lnSpc>
              <a:buSzPct val="100000"/>
              <a:buChar char="•"/>
            </a:pPr>
            <a:r>
              <a:rPr lang="en-US" sz="185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Methods:</a:t>
            </a: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Divided the program into smaller modules.</a:t>
            </a:r>
            <a:endParaRPr lang="en-US" sz="1850" dirty="0"/>
          </a:p>
          <a:p>
            <a:pPr marL="375920" indent="-375920" algn="l">
              <a:lnSpc>
                <a:spcPct val="128000"/>
              </a:lnSpc>
              <a:buSzPct val="100000"/>
              <a:buChar char="•"/>
            </a:pPr>
            <a:r>
              <a:rPr lang="en-US" sz="185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Testing:</a:t>
            </a:r>
            <a:r>
              <a:rPr lang="en-US" sz="1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Tested different inputs and ted errors.</a:t>
            </a:r>
            <a:endParaRPr lang="en-US" sz="1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6341" y="1518543"/>
            <a:ext cx="1849490" cy="184953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7067" y="3564731"/>
            <a:ext cx="2510866" cy="25109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746449"/>
            <a:ext cx="10751670" cy="1045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COURSE OUTCOMES &amp; TOPICS COVERED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20012" y="1642188"/>
            <a:ext cx="3250027" cy="963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MODULE 1: JAVA FOUNDATIONS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20012" y="2416629"/>
            <a:ext cx="3250027" cy="20255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Data Types &amp; Variables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Operators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Typecasting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478225" y="1642188"/>
            <a:ext cx="3248936" cy="963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MODULE 2: CONTROL FLOW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478225" y="2416629"/>
            <a:ext cx="3248936" cy="231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if / if-else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else-if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Nested-if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switch / default / break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for  / do-while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35347" y="1642188"/>
            <a:ext cx="3248936" cy="963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MODULE 3: METHODS &amp; ARRAYS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35347" y="2313992"/>
            <a:ext cx="3248936" cy="3218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Methods 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Parameters &amp; Return Values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Method Overloading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Enhanced for Loop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1D Arrays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Searching &amp; Counting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2D Arrays 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1486925"/>
            <a:ext cx="3248936" cy="1013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MODULE 4: OBJECT ORIENTED MODELLING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20012" y="2789853"/>
            <a:ext cx="3248936" cy="30884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Inheritance 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super keyword 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Instance members 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Static members 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static methods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477134" y="1486925"/>
            <a:ext cx="3248936" cy="640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MODULE 5: STRING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477134" y="2500603"/>
            <a:ext cx="3248936" cy="2211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String concatenation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String comparison using ==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String input using nextLine()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34256" y="1362269"/>
            <a:ext cx="3248936" cy="917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MODULE6: COLLECTION FRAMEWORK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34256" y="2598471"/>
            <a:ext cx="3248936" cy="2211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ArrayList 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Generics 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Type Safety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Adding elements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Searching/Lookup 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Iterating collections </a:t>
            </a:r>
            <a:endParaRPr lang="en-US" sz="1600" dirty="0"/>
          </a:p>
          <a:p>
            <a:pPr marL="325120" indent="-325120" algn="l">
              <a:lnSpc>
                <a:spcPct val="133000"/>
              </a:lnSpc>
              <a:buSzPct val="100000"/>
              <a:buChar char="•"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Enhanced for-each loopV</a:t>
            </a:r>
            <a:endParaRPr 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12D92D-0222-AC1E-FC0A-A56F4B72A1F1}"/>
              </a:ext>
            </a:extLst>
          </p:cNvPr>
          <p:cNvSpPr txBox="1"/>
          <p:nvPr/>
        </p:nvSpPr>
        <p:spPr>
          <a:xfrm>
            <a:off x="998376" y="625151"/>
            <a:ext cx="6280887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COURSE OUTCOMES &amp; TOPICS COVERED</a:t>
            </a:r>
            <a:endParaRPr lang="en-US" sz="3200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640631"/>
            <a:ext cx="10751670" cy="490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Project Working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720012" y="1484313"/>
            <a:ext cx="11361255" cy="306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Show the process: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12" y="2000845"/>
            <a:ext cx="5375835" cy="7843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6064" y="2971998"/>
            <a:ext cx="4983732" cy="245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Patient Details</a:t>
            </a:r>
            <a:endParaRPr lang="en-US" sz="1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2000845"/>
            <a:ext cx="5375835" cy="7843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91899" y="2971998"/>
            <a:ext cx="4983732" cy="245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Doctor Selection</a:t>
            </a:r>
            <a:endParaRPr lang="en-US" sz="15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12" y="3413125"/>
            <a:ext cx="5375835" cy="78432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6064" y="4384278"/>
            <a:ext cx="4983732" cy="245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Appointment Check</a:t>
            </a:r>
            <a:endParaRPr lang="en-US" sz="15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48" y="3413125"/>
            <a:ext cx="5375835" cy="78432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91899" y="4384278"/>
            <a:ext cx="4983732" cy="245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Appointment Confirmation</a:t>
            </a:r>
            <a:endParaRPr lang="en-US" sz="15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012" y="4825405"/>
            <a:ext cx="5375835" cy="78432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16064" y="5796558"/>
            <a:ext cx="4983732" cy="245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Prescription Entry</a:t>
            </a:r>
            <a:endParaRPr lang="en-US" sz="15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5848" y="4825405"/>
            <a:ext cx="5375835" cy="78432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291899" y="5796558"/>
            <a:ext cx="4983732" cy="245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Final Output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1138337"/>
            <a:ext cx="10751670" cy="514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IMPLEMENTATION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613" y="2014835"/>
            <a:ext cx="10777069" cy="4622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6487" y="2040235"/>
            <a:ext cx="1049519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Patient details and appointment information are entered into the system.</a:t>
            </a:r>
            <a:endParaRPr lang="en-US" sz="2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613" y="2837755"/>
            <a:ext cx="10777069" cy="4622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76487" y="2863155"/>
            <a:ext cx="1049519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Patients can book and manage clinical appointments.</a:t>
            </a:r>
            <a:endParaRPr lang="en-US" sz="2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613" y="3660676"/>
            <a:ext cx="10777069" cy="4622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76487" y="3686076"/>
            <a:ext cx="1049519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Doctors can view scheduled appointments.</a:t>
            </a:r>
            <a:endParaRPr lang="en-US" sz="20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613" y="4483596"/>
            <a:ext cx="10777069" cy="46226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76487" y="4508996"/>
            <a:ext cx="1049519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Doctors can enter and save patient prescriptions.</a:t>
            </a:r>
            <a:endParaRPr lang="en-US" sz="20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613" y="5306516"/>
            <a:ext cx="10777069" cy="46226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76487" y="5331916"/>
            <a:ext cx="10495196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Appointment and prescription records are maintained systematically.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616704"/>
            <a:ext cx="10751670" cy="398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DEMO FLOW</a:t>
            </a:r>
            <a:endParaRPr lang="en-US" sz="2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12" y="1386780"/>
            <a:ext cx="3583890" cy="7972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9239" y="2377083"/>
            <a:ext cx="318543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Patient Details</a:t>
            </a:r>
            <a:endParaRPr lang="en-US" sz="15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3902" y="1386780"/>
            <a:ext cx="3583890" cy="79722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03129" y="2377083"/>
            <a:ext cx="318543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Book Appointment</a:t>
            </a:r>
            <a:endParaRPr lang="en-US" sz="15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7793" y="1386780"/>
            <a:ext cx="3583890" cy="79722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087019" y="2377083"/>
            <a:ext cx="318543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Doctor Consultation</a:t>
            </a:r>
            <a:endParaRPr lang="en-US" sz="15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012" y="2825452"/>
            <a:ext cx="3583890" cy="79722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19239" y="3815755"/>
            <a:ext cx="318543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Prescription</a:t>
            </a:r>
            <a:endParaRPr lang="en-US" sz="15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3902" y="2825452"/>
            <a:ext cx="3583890" cy="79722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4503129" y="3815755"/>
            <a:ext cx="3185437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Record</a:t>
            </a:r>
            <a:endParaRPr lang="en-US" sz="1550" dirty="0"/>
          </a:p>
        </p:txBody>
      </p:sp>
      <p:sp>
        <p:nvSpPr>
          <p:cNvPr id="13" name="Text 6"/>
          <p:cNvSpPr/>
          <p:nvPr/>
        </p:nvSpPr>
        <p:spPr>
          <a:xfrm>
            <a:off x="720012" y="4568388"/>
            <a:ext cx="10751670" cy="398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LIVE DEMO</a:t>
            </a:r>
            <a:endParaRPr lang="en-US" sz="25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4613" y="5216525"/>
            <a:ext cx="5280587" cy="36472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70037" y="5241925"/>
            <a:ext cx="5005163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Appointment booking</a:t>
            </a:r>
            <a:endParaRPr lang="en-US" sz="155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1095" y="5216525"/>
            <a:ext cx="5280587" cy="364728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6466519" y="5241925"/>
            <a:ext cx="5005163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Appointment details</a:t>
            </a:r>
            <a:endParaRPr lang="en-US" sz="155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4613" y="5916613"/>
            <a:ext cx="5280587" cy="36472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970037" y="5942013"/>
            <a:ext cx="5005163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Prescription entry</a:t>
            </a:r>
            <a:endParaRPr lang="en-US" sz="1550" dirty="0"/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1095" y="5916613"/>
            <a:ext cx="5280587" cy="364728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6466519" y="5942013"/>
            <a:ext cx="5005163" cy="313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Viewing saved prescription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12" y="2712145"/>
            <a:ext cx="10751670" cy="514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20012" y="3511153"/>
            <a:ext cx="10751670" cy="658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We sincerely appreciate your attention and valuable time during our presentation of the Clinical Appointment and Prescription Allotment System.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562</Words>
  <Application>Microsoft Office PowerPoint</Application>
  <PresentationFormat>Widescreen</PresentationFormat>
  <Paragraphs>153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Patrick Hand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SHIVAMPETA VARSHINI</cp:lastModifiedBy>
  <cp:revision>2</cp:revision>
  <dcterms:created xsi:type="dcterms:W3CDTF">2026-10-14T03:19:51Z</dcterms:created>
  <dcterms:modified xsi:type="dcterms:W3CDTF">2026-10-14T03:28:59Z</dcterms:modified>
</cp:coreProperties>
</file>